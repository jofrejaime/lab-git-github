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1" r:id="rId16"/>
    <p:sldId id="273" r:id="rId17"/>
    <p:sldId id="269" r:id="rId18"/>
    <p:sldId id="274" r:id="rId19"/>
    <p:sldId id="275" r:id="rId20"/>
    <p:sldId id="276" r:id="rId21"/>
    <p:sldId id="277" r:id="rId22"/>
    <p:sldId id="290" r:id="rId23"/>
    <p:sldId id="291" r:id="rId24"/>
    <p:sldId id="280" r:id="rId25"/>
    <p:sldId id="292" r:id="rId26"/>
    <p:sldId id="289" r:id="rId27"/>
    <p:sldId id="293" r:id="rId28"/>
    <p:sldId id="288" r:id="rId29"/>
    <p:sldId id="287" r:id="rId30"/>
    <p:sldId id="281" r:id="rId31"/>
    <p:sldId id="285" r:id="rId32"/>
    <p:sldId id="286" r:id="rId33"/>
    <p:sldId id="282" r:id="rId34"/>
    <p:sldId id="284" r:id="rId35"/>
    <p:sldId id="283" r:id="rId3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0000"/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8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C019-B56C-4296-9CE7-2D8E1A5F9081}" type="datetimeFigureOut">
              <a:rPr lang="pt-PT" smtClean="0"/>
              <a:t>24/10/2025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D893-B2BE-4E7F-ADC6-6F073942E9C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9115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C019-B56C-4296-9CE7-2D8E1A5F9081}" type="datetimeFigureOut">
              <a:rPr lang="pt-PT" smtClean="0"/>
              <a:t>24/10/2025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D893-B2BE-4E7F-ADC6-6F073942E9C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721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C019-B56C-4296-9CE7-2D8E1A5F9081}" type="datetimeFigureOut">
              <a:rPr lang="pt-PT" smtClean="0"/>
              <a:t>24/10/2025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D893-B2BE-4E7F-ADC6-6F073942E9C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1760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C019-B56C-4296-9CE7-2D8E1A5F9081}" type="datetimeFigureOut">
              <a:rPr lang="pt-PT" smtClean="0"/>
              <a:t>24/10/2025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D893-B2BE-4E7F-ADC6-6F073942E9C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629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C019-B56C-4296-9CE7-2D8E1A5F9081}" type="datetimeFigureOut">
              <a:rPr lang="pt-PT" smtClean="0"/>
              <a:t>24/10/2025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D893-B2BE-4E7F-ADC6-6F073942E9C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4282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C019-B56C-4296-9CE7-2D8E1A5F9081}" type="datetimeFigureOut">
              <a:rPr lang="pt-PT" smtClean="0"/>
              <a:t>24/10/2025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D893-B2BE-4E7F-ADC6-6F073942E9C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49163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C019-B56C-4296-9CE7-2D8E1A5F9081}" type="datetimeFigureOut">
              <a:rPr lang="pt-PT" smtClean="0"/>
              <a:t>24/10/2025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D893-B2BE-4E7F-ADC6-6F073942E9C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5535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C019-B56C-4296-9CE7-2D8E1A5F9081}" type="datetimeFigureOut">
              <a:rPr lang="pt-PT" smtClean="0"/>
              <a:t>24/10/2025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D893-B2BE-4E7F-ADC6-6F073942E9C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2043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C019-B56C-4296-9CE7-2D8E1A5F9081}" type="datetimeFigureOut">
              <a:rPr lang="pt-PT" smtClean="0"/>
              <a:t>24/10/2025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D893-B2BE-4E7F-ADC6-6F073942E9C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9244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C019-B56C-4296-9CE7-2D8E1A5F9081}" type="datetimeFigureOut">
              <a:rPr lang="pt-PT" smtClean="0"/>
              <a:t>24/10/2025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D893-B2BE-4E7F-ADC6-6F073942E9C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4598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DC019-B56C-4296-9CE7-2D8E1A5F9081}" type="datetimeFigureOut">
              <a:rPr lang="pt-PT" smtClean="0"/>
              <a:t>24/10/2025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9D893-B2BE-4E7F-ADC6-6F073942E9C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8887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P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DC019-B56C-4296-9CE7-2D8E1A5F9081}" type="datetimeFigureOut">
              <a:rPr lang="pt-PT" smtClean="0"/>
              <a:t>24/10/2025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9D893-B2BE-4E7F-ADC6-6F073942E9C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416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4.xml"/><Relationship Id="rId7" Type="http://schemas.openxmlformats.org/officeDocument/2006/relationships/slide" Target="slide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slide" Target="slide3.xml"/><Relationship Id="rId4" Type="http://schemas.openxmlformats.org/officeDocument/2006/relationships/slide" Target="slide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EA%20Microtexto%202.docx" TargetMode="External"/><Relationship Id="rId2" Type="http://schemas.openxmlformats.org/officeDocument/2006/relationships/hyperlink" Target="Microtexto%201.docx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slide" Target="slide8.xml"/><Relationship Id="rId4" Type="http://schemas.openxmlformats.org/officeDocument/2006/relationships/hyperlink" Target="EA%20Microtexto%203.docx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Adjudica&#231;&#227;o%20directa.docx" TargetMode="External"/><Relationship Id="rId7" Type="http://schemas.openxmlformats.org/officeDocument/2006/relationships/slide" Target="slide8.xml"/><Relationship Id="rId2" Type="http://schemas.openxmlformats.org/officeDocument/2006/relationships/hyperlink" Target="A%20economia%20da%20mixa.docx" TargetMode="External"/><Relationship Id="rId1" Type="http://schemas.openxmlformats.org/officeDocument/2006/relationships/slideLayout" Target="../slideLayouts/slideLayout7.xml"/><Relationship Id="rId6" Type="http://schemas.openxmlformats.org/officeDocument/2006/relationships/slide" Target="slide21.xml"/><Relationship Id="rId5" Type="http://schemas.openxmlformats.org/officeDocument/2006/relationships/hyperlink" Target="Economistas%20de%20manual.docx" TargetMode="External"/><Relationship Id="rId4" Type="http://schemas.openxmlformats.org/officeDocument/2006/relationships/hyperlink" Target="Doutores%20matumbos.docx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hyperlink" Target="Quem%20indica.docx" TargetMode="External"/><Relationship Id="rId7" Type="http://schemas.openxmlformats.org/officeDocument/2006/relationships/slide" Target="slide2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Luanda%20em%20movimento.docx" TargetMode="External"/><Relationship Id="rId5" Type="http://schemas.openxmlformats.org/officeDocument/2006/relationships/hyperlink" Target="Microcr&#233;dito.docx" TargetMode="External"/><Relationship Id="rId4" Type="http://schemas.openxmlformats.org/officeDocument/2006/relationships/hyperlink" Target="Empreendedorismo.docx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Quem%20indica.docx" TargetMode="External"/><Relationship Id="rId7" Type="http://schemas.openxmlformats.org/officeDocument/2006/relationships/slide" Target="slide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Luanda%20em%20movimento.docx" TargetMode="External"/><Relationship Id="rId5" Type="http://schemas.openxmlformats.org/officeDocument/2006/relationships/hyperlink" Target="Microcr&#233;dito.docx" TargetMode="External"/><Relationship Id="rId4" Type="http://schemas.openxmlformats.org/officeDocument/2006/relationships/hyperlink" Target="Empreendedorismo.docx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82570" y="1155638"/>
            <a:ext cx="8337666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PT" b="1" dirty="0" smtClean="0"/>
          </a:p>
          <a:p>
            <a:r>
              <a:rPr lang="pt-PT" sz="2800" b="1" i="1" dirty="0" smtClean="0"/>
              <a:t>Economia </a:t>
            </a:r>
            <a:r>
              <a:rPr lang="pt-PT" sz="2800" b="1" i="1" dirty="0" smtClean="0"/>
              <a:t>com História – Angola</a:t>
            </a:r>
          </a:p>
          <a:p>
            <a:endParaRPr lang="pt-PT" b="1" dirty="0" smtClean="0"/>
          </a:p>
          <a:p>
            <a:endParaRPr lang="pt-PT" dirty="0"/>
          </a:p>
          <a:p>
            <a:endParaRPr lang="pt-PT" dirty="0" smtClean="0"/>
          </a:p>
          <a:p>
            <a:endParaRPr lang="pt-PT" dirty="0" smtClean="0"/>
          </a:p>
          <a:p>
            <a:r>
              <a:rPr lang="pt-PT" sz="2000" dirty="0" smtClean="0"/>
              <a:t>Aprender</a:t>
            </a:r>
            <a:r>
              <a:rPr lang="pt-PT" sz="2000" dirty="0" smtClean="0"/>
              <a:t>, debater e transformar realidades</a:t>
            </a:r>
          </a:p>
          <a:p>
            <a:endParaRPr lang="pt-PT" dirty="0" smtClean="0"/>
          </a:p>
          <a:p>
            <a:endParaRPr lang="pt-PT" dirty="0"/>
          </a:p>
          <a:p>
            <a:endParaRPr lang="pt-PT" dirty="0" smtClean="0"/>
          </a:p>
          <a:p>
            <a:endParaRPr lang="pt-PT" dirty="0"/>
          </a:p>
          <a:p>
            <a:endParaRPr lang="pt-PT" dirty="0" smtClean="0"/>
          </a:p>
          <a:p>
            <a:r>
              <a:rPr lang="pt-PT" dirty="0" smtClean="0"/>
              <a:t>🔘 </a:t>
            </a:r>
            <a:r>
              <a:rPr lang="pt-PT" b="1" dirty="0" smtClean="0">
                <a:hlinkClick r:id="rId2" action="ppaction://hlinksldjump"/>
              </a:rPr>
              <a:t>Entrar</a:t>
            </a:r>
            <a:r>
              <a:rPr lang="pt-PT" dirty="0" smtClean="0"/>
              <a:t> </a:t>
            </a:r>
            <a:endParaRPr lang="pt-PT" dirty="0"/>
          </a:p>
        </p:txBody>
      </p:sp>
      <p:pic>
        <p:nvPicPr>
          <p:cNvPr id="1026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6" y="1041301"/>
            <a:ext cx="4895999" cy="48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49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12916" y="922713"/>
            <a:ext cx="907749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b="1" dirty="0" smtClean="0"/>
              <a:t>Menu </a:t>
            </a:r>
            <a:r>
              <a:rPr lang="pt-PT" b="1" dirty="0" smtClean="0"/>
              <a:t>Principal</a:t>
            </a:r>
          </a:p>
          <a:p>
            <a:endParaRPr lang="pt-PT" b="1" dirty="0" smtClean="0"/>
          </a:p>
          <a:p>
            <a:endParaRPr lang="pt-PT" dirty="0" smtClean="0"/>
          </a:p>
          <a:p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📚 </a:t>
            </a:r>
            <a:r>
              <a:rPr lang="pt-PT" b="1" dirty="0" smtClean="0">
                <a:hlinkClick r:id="rId2" action="ppaction://hlinksldjump"/>
              </a:rPr>
              <a:t>Explorar Conteúdos</a:t>
            </a:r>
            <a:r>
              <a:rPr lang="pt-PT" dirty="0" smtClean="0">
                <a:hlinkClick r:id="rId2" action="ppaction://hlinksldjump"/>
              </a:rPr>
              <a:t> 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❓ </a:t>
            </a:r>
            <a:r>
              <a:rPr lang="pt-PT" b="1" dirty="0" smtClean="0">
                <a:hlinkClick r:id="rId3" action="ppaction://hlinksldjump"/>
              </a:rPr>
              <a:t>Quiz Interactivo</a:t>
            </a:r>
            <a:r>
              <a:rPr lang="pt-PT" dirty="0" smtClean="0">
                <a:hlinkClick r:id="rId3" action="ppaction://hlinksldjump"/>
              </a:rPr>
              <a:t> 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💬 </a:t>
            </a:r>
            <a:r>
              <a:rPr lang="pt-PT" b="1" dirty="0" smtClean="0">
                <a:hlinkClick r:id="rId4" action="ppaction://hlinksldjump"/>
              </a:rPr>
              <a:t>Fórum de Discussão</a:t>
            </a:r>
            <a:r>
              <a:rPr lang="pt-PT" dirty="0" smtClean="0">
                <a:hlinkClick r:id="rId4" action="ppaction://hlinksldjump"/>
              </a:rPr>
              <a:t> 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📝 </a:t>
            </a:r>
            <a:r>
              <a:rPr lang="pt-PT" b="1" dirty="0" smtClean="0">
                <a:hlinkClick r:id="rId5" action="ppaction://hlinksldjump"/>
              </a:rPr>
              <a:t>Comentários e Participação</a:t>
            </a:r>
            <a:r>
              <a:rPr lang="pt-PT" dirty="0" smtClean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🔔 </a:t>
            </a:r>
            <a:r>
              <a:rPr lang="pt-PT" b="1" dirty="0" smtClean="0">
                <a:hlinkClick r:id="rId6" action="ppaction://hlinksldjump"/>
              </a:rPr>
              <a:t>Subscrição e Perfil</a:t>
            </a:r>
            <a:r>
              <a:rPr lang="pt-PT" dirty="0" smtClean="0">
                <a:hlinkClick r:id="rId6" action="ppaction://hlinksldjump"/>
              </a:rPr>
              <a:t> 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7" action="ppaction://hlinksldjump"/>
              </a:rPr>
              <a:t>Voltar ao Início</a:t>
            </a:r>
            <a:r>
              <a:rPr lang="pt-PT" dirty="0" smtClean="0">
                <a:hlinkClick r:id="rId7" action="ppaction://hlinksldjump"/>
              </a:rPr>
              <a:t> 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3678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71353" y="839585"/>
            <a:ext cx="8379229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PT" b="1" dirty="0" smtClean="0"/>
          </a:p>
          <a:p>
            <a:r>
              <a:rPr lang="pt-PT" sz="2000" b="1" dirty="0" smtClean="0"/>
              <a:t>Textos</a:t>
            </a:r>
            <a:r>
              <a:rPr lang="pt-PT" sz="2000" b="1" dirty="0" smtClean="0"/>
              <a:t>, Vídeos e Áudios</a:t>
            </a:r>
          </a:p>
          <a:p>
            <a:endParaRPr lang="pt-PT" dirty="0" smtClean="0"/>
          </a:p>
          <a:p>
            <a:endParaRPr lang="pt-PT" dirty="0" smtClean="0"/>
          </a:p>
          <a:p>
            <a:endParaRPr lang="pt-PT" dirty="0" smtClean="0"/>
          </a:p>
          <a:p>
            <a:r>
              <a:rPr lang="pt-PT" dirty="0" smtClean="0"/>
              <a:t>Acesse </a:t>
            </a:r>
            <a:r>
              <a:rPr lang="pt-PT" dirty="0" smtClean="0"/>
              <a:t>a conteúdos sobre economia e história económico-social angolana. </a:t>
            </a:r>
            <a:endParaRPr lang="pt-PT" dirty="0" smtClean="0"/>
          </a:p>
          <a:p>
            <a:r>
              <a:rPr lang="pt-PT" dirty="0" smtClean="0"/>
              <a:t>Filtre </a:t>
            </a:r>
            <a:r>
              <a:rPr lang="pt-PT" dirty="0" smtClean="0"/>
              <a:t>por tema e formato.</a:t>
            </a:r>
          </a:p>
          <a:p>
            <a:endParaRPr lang="pt-PT" dirty="0" smtClean="0"/>
          </a:p>
          <a:p>
            <a:endParaRPr lang="pt-PT" b="1" dirty="0" smtClean="0"/>
          </a:p>
          <a:p>
            <a:endParaRPr lang="pt-PT" b="1" dirty="0" smtClean="0"/>
          </a:p>
          <a:p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2" action="ppaction://hlinksldjump"/>
              </a:rPr>
              <a:t>Ver conteúdo completo</a:t>
            </a:r>
            <a:r>
              <a:rPr lang="pt-PT" dirty="0" smtClean="0">
                <a:hlinkClick r:id="rId2" action="ppaction://hlinksldjump"/>
              </a:rPr>
              <a:t> 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3" action="ppaction://hlinksldjump"/>
              </a:rPr>
              <a:t>Voltar ao Menu</a:t>
            </a:r>
            <a:r>
              <a:rPr lang="pt-PT" dirty="0" smtClean="0">
                <a:hlinkClick r:id="rId3" action="ppaction://hlinksldjump"/>
              </a:rPr>
              <a:t> 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7983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4356" y="1354975"/>
            <a:ext cx="7539644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000" b="1" dirty="0" smtClean="0"/>
              <a:t>Teste </a:t>
            </a:r>
            <a:r>
              <a:rPr lang="pt-PT" sz="2000" b="1" dirty="0" smtClean="0"/>
              <a:t>os seus conhecimentos</a:t>
            </a:r>
            <a:r>
              <a:rPr lang="pt-PT" sz="2000" b="1" dirty="0" smtClean="0"/>
              <a:t>!</a:t>
            </a:r>
          </a:p>
          <a:p>
            <a:endParaRPr lang="pt-PT" sz="2000" b="1" dirty="0" smtClean="0"/>
          </a:p>
          <a:p>
            <a:endParaRPr lang="pt-PT" sz="2000" b="1" dirty="0" smtClean="0"/>
          </a:p>
          <a:p>
            <a:endParaRPr lang="pt-PT" dirty="0" smtClean="0"/>
          </a:p>
          <a:p>
            <a:r>
              <a:rPr lang="pt-PT" dirty="0" smtClean="0"/>
              <a:t>Responda </a:t>
            </a:r>
            <a:r>
              <a:rPr lang="pt-PT" dirty="0" smtClean="0"/>
              <a:t>a perguntas sobre economia e história de Angola. Ganhe pontos, compare resultados e aprenda jogando.</a:t>
            </a:r>
          </a:p>
          <a:p>
            <a:endParaRPr lang="pt-PT" dirty="0" smtClean="0"/>
          </a:p>
          <a:p>
            <a:endParaRPr lang="pt-PT" b="1" dirty="0" smtClean="0"/>
          </a:p>
          <a:p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2" action="ppaction://hlinksldjump"/>
              </a:rPr>
              <a:t>Iniciar Quiz</a:t>
            </a:r>
            <a:r>
              <a:rPr lang="pt-PT" dirty="0" smtClean="0">
                <a:hlinkClick r:id="rId2" action="ppaction://hlinksldjump"/>
              </a:rPr>
              <a:t> 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📊 </a:t>
            </a:r>
            <a:r>
              <a:rPr lang="pt-PT" b="1" dirty="0" smtClean="0">
                <a:hlinkClick r:id="rId3" action="ppaction://hlinksldjump"/>
              </a:rPr>
              <a:t>Ver Ranking</a:t>
            </a:r>
            <a:r>
              <a:rPr lang="pt-PT" dirty="0" smtClean="0">
                <a:hlinkClick r:id="rId3" action="ppaction://hlinksldjump"/>
              </a:rPr>
              <a:t> 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4" action="ppaction://hlinksldjump"/>
              </a:rPr>
              <a:t>Voltar ao Menu</a:t>
            </a:r>
            <a:r>
              <a:rPr lang="pt-PT" dirty="0" smtClean="0">
                <a:hlinkClick r:id="rId4" action="ppaction://hlinksldjump"/>
              </a:rPr>
              <a:t> 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6247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87483" y="1205345"/>
            <a:ext cx="7946967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000" b="1" dirty="0" smtClean="0"/>
              <a:t>Espaço </a:t>
            </a:r>
            <a:r>
              <a:rPr lang="pt-PT" sz="2000" b="1" dirty="0" smtClean="0"/>
              <a:t>de </a:t>
            </a:r>
            <a:r>
              <a:rPr lang="pt-PT" sz="2000" b="1" dirty="0" smtClean="0"/>
              <a:t>Debate</a:t>
            </a:r>
          </a:p>
          <a:p>
            <a:endParaRPr lang="pt-PT" sz="2000" b="1" dirty="0" smtClean="0"/>
          </a:p>
          <a:p>
            <a:endParaRPr lang="pt-PT" dirty="0" smtClean="0"/>
          </a:p>
          <a:p>
            <a:r>
              <a:rPr lang="pt-PT" dirty="0" smtClean="0"/>
              <a:t>Participe </a:t>
            </a:r>
            <a:r>
              <a:rPr lang="pt-PT" dirty="0" smtClean="0"/>
              <a:t>de conversas sobre temas económicos, compartilhe experiências e construa conhecimento colectivo.</a:t>
            </a:r>
          </a:p>
          <a:p>
            <a:endParaRPr lang="pt-PT" dirty="0" smtClean="0"/>
          </a:p>
          <a:p>
            <a:endParaRPr lang="pt-PT" b="1" dirty="0" smtClean="0"/>
          </a:p>
          <a:p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➕ </a:t>
            </a:r>
            <a:r>
              <a:rPr lang="pt-PT" b="1" dirty="0" smtClean="0">
                <a:hlinkClick r:id="rId2" action="ppaction://hlinksldjump"/>
              </a:rPr>
              <a:t>Criar novo tópico</a:t>
            </a:r>
            <a:r>
              <a:rPr lang="pt-PT" dirty="0" smtClean="0">
                <a:hlinkClick r:id="rId2" action="ppaction://hlinksldjump"/>
              </a:rPr>
              <a:t> 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💬 </a:t>
            </a:r>
            <a:r>
              <a:rPr lang="pt-PT" b="1" dirty="0" smtClean="0">
                <a:hlinkClick r:id="rId3" action="ppaction://hlinksldjump"/>
              </a:rPr>
              <a:t>Responder a um tópico</a:t>
            </a:r>
            <a:r>
              <a:rPr lang="pt-PT" dirty="0" smtClean="0">
                <a:hlinkClick r:id="rId3" action="ppaction://hlinksldjump"/>
              </a:rPr>
              <a:t> 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4" action="ppaction://hlinksldjump"/>
              </a:rPr>
              <a:t>Voltar ao Menu</a:t>
            </a:r>
            <a:r>
              <a:rPr lang="pt-PT" dirty="0" smtClean="0">
                <a:hlinkClick r:id="rId4" action="ppaction://hlinksldjump"/>
              </a:rPr>
              <a:t> 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9404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87484" y="955964"/>
            <a:ext cx="745651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000" b="1" dirty="0" smtClean="0"/>
              <a:t>Comente </a:t>
            </a:r>
            <a:r>
              <a:rPr lang="pt-PT" sz="2000" b="1" dirty="0" smtClean="0"/>
              <a:t>e </a:t>
            </a:r>
            <a:r>
              <a:rPr lang="pt-PT" sz="2000" b="1" dirty="0" smtClean="0"/>
              <a:t>contribua</a:t>
            </a:r>
          </a:p>
          <a:p>
            <a:endParaRPr lang="pt-PT" sz="2000" b="1" dirty="0"/>
          </a:p>
          <a:p>
            <a:endParaRPr lang="pt-PT" sz="2000" b="1" dirty="0" smtClean="0"/>
          </a:p>
          <a:p>
            <a:endParaRPr lang="pt-PT" dirty="0" smtClean="0"/>
          </a:p>
          <a:p>
            <a:r>
              <a:rPr lang="pt-PT" dirty="0" smtClean="0"/>
              <a:t>Deixe </a:t>
            </a:r>
            <a:r>
              <a:rPr lang="pt-PT" dirty="0" smtClean="0"/>
              <a:t>a sua opinião sobre os conteúdos, responda a outros participantes e fortaleça o debate.</a:t>
            </a:r>
          </a:p>
          <a:p>
            <a:endParaRPr lang="pt-PT" dirty="0" smtClean="0"/>
          </a:p>
          <a:p>
            <a:endParaRPr lang="pt-PT" b="1" dirty="0" smtClean="0"/>
          </a:p>
          <a:p>
            <a:endParaRPr lang="pt-PT" b="1" dirty="0" smtClean="0"/>
          </a:p>
          <a:p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✍️ </a:t>
            </a:r>
            <a:r>
              <a:rPr lang="pt-PT" b="1" dirty="0" smtClean="0">
                <a:hlinkClick r:id="rId2" action="ppaction://hlinksldjump"/>
              </a:rPr>
              <a:t>Comentar conteúdo</a:t>
            </a:r>
            <a:r>
              <a:rPr lang="pt-PT" dirty="0" smtClean="0">
                <a:hlinkClick r:id="rId2" action="ppaction://hlinksldjump"/>
              </a:rPr>
              <a:t> 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3" action="ppaction://hlinksldjump"/>
              </a:rPr>
              <a:t>Voltar ao Menu</a:t>
            </a:r>
            <a:r>
              <a:rPr lang="pt-PT" dirty="0" smtClean="0">
                <a:hlinkClick r:id="rId3" action="ppaction://hlinksldjump"/>
              </a:rPr>
              <a:t> </a:t>
            </a:r>
            <a:r>
              <a:rPr lang="pt-PT" dirty="0" smtClean="0"/>
              <a:t>→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54528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46415" y="931024"/>
            <a:ext cx="7822276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000" b="1" dirty="0" smtClean="0"/>
              <a:t>Área </a:t>
            </a:r>
            <a:r>
              <a:rPr lang="pt-PT" sz="2000" b="1" dirty="0" smtClean="0"/>
              <a:t>do Utilizador</a:t>
            </a:r>
          </a:p>
          <a:p>
            <a:endParaRPr lang="pt-PT" dirty="0" smtClean="0"/>
          </a:p>
          <a:p>
            <a:endParaRPr lang="pt-PT" dirty="0" smtClean="0"/>
          </a:p>
          <a:p>
            <a:endParaRPr lang="pt-PT" dirty="0" smtClean="0"/>
          </a:p>
          <a:p>
            <a:r>
              <a:rPr lang="pt-PT" dirty="0" smtClean="0"/>
              <a:t>Cadastre-se </a:t>
            </a:r>
            <a:r>
              <a:rPr lang="pt-PT" dirty="0" smtClean="0"/>
              <a:t>para receber conteúdos exclusivos, salvar o seu progresso e participar de fóruns fechados.</a:t>
            </a:r>
          </a:p>
          <a:p>
            <a:endParaRPr lang="pt-PT" dirty="0" smtClean="0"/>
          </a:p>
          <a:p>
            <a:endParaRPr lang="pt-PT" b="1" dirty="0" smtClean="0"/>
          </a:p>
          <a:p>
            <a:endParaRPr lang="pt-PT" b="1" dirty="0" smtClean="0"/>
          </a:p>
          <a:p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✅ </a:t>
            </a:r>
            <a:r>
              <a:rPr lang="pt-PT" b="1" dirty="0" smtClean="0"/>
              <a:t>Assinar conteúdos exclusivos</a:t>
            </a:r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⚙️ </a:t>
            </a:r>
            <a:r>
              <a:rPr lang="pt-PT" b="1" dirty="0" smtClean="0"/>
              <a:t>Editar perfil</a:t>
            </a:r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2" action="ppaction://hlinksldjump"/>
              </a:rPr>
              <a:t>Voltar ao Menu</a:t>
            </a:r>
            <a:r>
              <a:rPr lang="pt-PT" dirty="0" smtClean="0">
                <a:hlinkClick r:id="rId2" action="ppaction://hlinksldjump"/>
              </a:rPr>
              <a:t> 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7689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549" y="671642"/>
            <a:ext cx="816428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PT" b="1" dirty="0" smtClean="0"/>
              <a:t>Explorar </a:t>
            </a:r>
            <a:r>
              <a:rPr lang="pt-PT" b="1" dirty="0" smtClean="0"/>
              <a:t>Conteúdos</a:t>
            </a:r>
          </a:p>
          <a:p>
            <a:pPr algn="just"/>
            <a:endParaRPr lang="pt-PT" b="1" dirty="0" smtClean="0"/>
          </a:p>
          <a:p>
            <a:pPr algn="just"/>
            <a:endParaRPr lang="pt-PT" dirty="0" smtClean="0"/>
          </a:p>
          <a:p>
            <a:pPr algn="just"/>
            <a:r>
              <a:rPr lang="pt-PT" dirty="0" smtClean="0"/>
              <a:t>Acesse </a:t>
            </a:r>
            <a:r>
              <a:rPr lang="pt-PT" dirty="0" smtClean="0"/>
              <a:t>a conteúdos sobre economia e história económico-social angolana. Filtre por tema e formato </a:t>
            </a:r>
          </a:p>
          <a:p>
            <a:pPr algn="just"/>
            <a:endParaRPr lang="pt-PT" b="1" dirty="0"/>
          </a:p>
          <a:p>
            <a:pPr algn="just"/>
            <a:endParaRPr lang="pt-PT" b="1" dirty="0" smtClean="0"/>
          </a:p>
          <a:p>
            <a:pPr algn="just"/>
            <a:endParaRPr lang="pt-PT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/>
              <a:t>Áudios</a:t>
            </a:r>
            <a:r>
              <a:rPr lang="pt-PT" dirty="0" smtClean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2" action="ppaction://hlinksldjump"/>
              </a:rPr>
              <a:t>Textos</a:t>
            </a:r>
            <a:r>
              <a:rPr lang="pt-PT" dirty="0" smtClean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3" action="ppaction://hlinksldjump"/>
              </a:rPr>
              <a:t>Textos com Jindungo</a:t>
            </a:r>
            <a:r>
              <a:rPr lang="pt-PT" dirty="0" smtClean="0">
                <a:hlinkClick r:id="rId3" action="ppaction://hlinksldjump"/>
              </a:rPr>
              <a:t> </a:t>
            </a: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/>
              <a:t>Vídeos</a:t>
            </a:r>
            <a:r>
              <a:rPr lang="pt-PT" dirty="0" smtClean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💬 </a:t>
            </a:r>
            <a:r>
              <a:rPr lang="pt-PT" b="1" dirty="0" smtClean="0">
                <a:hlinkClick r:id="rId4" action="ppaction://hlinksldjump"/>
              </a:rPr>
              <a:t>Comentar</a:t>
            </a:r>
            <a:r>
              <a:rPr lang="pt-PT" dirty="0" smtClean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5" action="ppaction://hlinksldjump"/>
              </a:rPr>
              <a:t>Voltar ao Explorar</a:t>
            </a:r>
            <a:r>
              <a:rPr lang="pt-PT" dirty="0" smtClean="0">
                <a:hlinkClick r:id="rId5" action="ppaction://hlinksldjump"/>
              </a:rPr>
              <a:t> 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4386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5702" y="1019754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b="1" dirty="0" smtClean="0"/>
              <a:t>Quiz </a:t>
            </a:r>
            <a:r>
              <a:rPr lang="pt-PT" b="1" dirty="0" smtClean="0"/>
              <a:t>– Pergunta </a:t>
            </a:r>
            <a:r>
              <a:rPr lang="pt-PT" b="1" dirty="0" smtClean="0"/>
              <a:t>1</a:t>
            </a:r>
          </a:p>
          <a:p>
            <a:endParaRPr lang="pt-PT" b="1" dirty="0" smtClean="0"/>
          </a:p>
          <a:p>
            <a:endParaRPr lang="pt-PT" b="1" dirty="0" smtClean="0"/>
          </a:p>
          <a:p>
            <a:r>
              <a:rPr lang="pt-PT" dirty="0" smtClean="0"/>
              <a:t>Qual </a:t>
            </a:r>
            <a:r>
              <a:rPr lang="pt-PT" dirty="0" smtClean="0"/>
              <a:t>foi o impacto da reforma monetária de 1999 em Angola</a:t>
            </a:r>
            <a:r>
              <a:rPr lang="pt-PT" dirty="0" smtClean="0"/>
              <a:t>?</a:t>
            </a:r>
          </a:p>
          <a:p>
            <a:endParaRPr lang="pt-PT" dirty="0" smtClean="0"/>
          </a:p>
          <a:p>
            <a:endParaRPr lang="pt-PT" dirty="0" smtClean="0"/>
          </a:p>
          <a:p>
            <a:r>
              <a:rPr lang="pt-PT" b="1" dirty="0" smtClean="0"/>
              <a:t>Opções</a:t>
            </a:r>
            <a:r>
              <a:rPr lang="pt-PT" b="1" dirty="0" smtClean="0"/>
              <a:t>:</a:t>
            </a:r>
          </a:p>
          <a:p>
            <a:endParaRPr lang="pt-PT" dirty="0" smtClean="0"/>
          </a:p>
          <a:p>
            <a:pPr>
              <a:buFont typeface="+mj-lt"/>
              <a:buAutoNum type="arabicPeriod"/>
            </a:pPr>
            <a:r>
              <a:rPr lang="pt-PT" dirty="0" smtClean="0"/>
              <a:t>Redução da inflação para menos de 5%</a:t>
            </a:r>
          </a:p>
          <a:p>
            <a:pPr>
              <a:buFont typeface="+mj-lt"/>
              <a:buAutoNum type="arabicPeriod"/>
            </a:pPr>
            <a:r>
              <a:rPr lang="pt-PT" dirty="0" smtClean="0"/>
              <a:t>Substituição do Kwanza por uma nova moeda</a:t>
            </a:r>
          </a:p>
          <a:p>
            <a:pPr>
              <a:buFont typeface="+mj-lt"/>
              <a:buAutoNum type="arabicPeriod"/>
            </a:pPr>
            <a:r>
              <a:rPr lang="pt-PT" dirty="0" smtClean="0"/>
              <a:t>Aumento do salário mínimo em 300%</a:t>
            </a:r>
          </a:p>
          <a:p>
            <a:pPr>
              <a:buFont typeface="+mj-lt"/>
              <a:buAutoNum type="arabicPeriod"/>
            </a:pPr>
            <a:r>
              <a:rPr lang="pt-PT" dirty="0" smtClean="0"/>
              <a:t>Criação do Banco Central </a:t>
            </a:r>
            <a:r>
              <a:rPr lang="pt-PT" dirty="0" smtClean="0"/>
              <a:t>Africano</a:t>
            </a:r>
          </a:p>
          <a:p>
            <a:pPr>
              <a:buFont typeface="+mj-lt"/>
              <a:buAutoNum type="arabicPeriod"/>
            </a:pPr>
            <a:endParaRPr lang="pt-PT" dirty="0" smtClean="0"/>
          </a:p>
          <a:p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✅ </a:t>
            </a:r>
            <a:r>
              <a:rPr lang="pt-PT" b="1" dirty="0" smtClean="0">
                <a:hlinkClick r:id="rId2" action="ppaction://hlinksldjump"/>
              </a:rPr>
              <a:t>Confirmar resposta</a:t>
            </a:r>
            <a:r>
              <a:rPr lang="pt-PT" dirty="0" smtClean="0">
                <a:hlinkClick r:id="rId2" action="ppaction://hlinksldjump"/>
              </a:rPr>
              <a:t> 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3" action="ppaction://hlinksldjump"/>
              </a:rPr>
              <a:t>Voltar ao Quiz</a:t>
            </a:r>
            <a:r>
              <a:rPr lang="pt-PT" dirty="0" smtClean="0">
                <a:hlinkClick r:id="rId3" action="ppaction://hlinksldjump"/>
              </a:rPr>
              <a:t> 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8621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072342"/>
            <a:ext cx="8229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b="1" dirty="0" smtClean="0"/>
              <a:t>Ranking</a:t>
            </a:r>
          </a:p>
          <a:p>
            <a:endParaRPr lang="pt-PT" b="1" dirty="0" smtClean="0"/>
          </a:p>
          <a:p>
            <a:endParaRPr lang="pt-PT" b="1" dirty="0" smtClean="0"/>
          </a:p>
          <a:p>
            <a:r>
              <a:rPr lang="pt-PT" dirty="0" smtClean="0"/>
              <a:t>Ranking </a:t>
            </a:r>
            <a:r>
              <a:rPr lang="pt-PT" dirty="0" smtClean="0"/>
              <a:t>por Região ou </a:t>
            </a:r>
            <a:r>
              <a:rPr lang="pt-PT" dirty="0" smtClean="0"/>
              <a:t>Escola</a:t>
            </a:r>
          </a:p>
          <a:p>
            <a:endParaRPr lang="pt-PT" dirty="0" smtClean="0"/>
          </a:p>
          <a:p>
            <a:endParaRPr lang="pt-PT" dirty="0" smtClean="0"/>
          </a:p>
          <a:p>
            <a:r>
              <a:rPr lang="pt-PT" dirty="0" smtClean="0"/>
              <a:t>Veja </a:t>
            </a:r>
            <a:r>
              <a:rPr lang="pt-PT" dirty="0" smtClean="0"/>
              <a:t>como você se posiciona em relação a outros participantes. </a:t>
            </a:r>
            <a:endParaRPr lang="pt-PT" dirty="0" smtClean="0"/>
          </a:p>
          <a:p>
            <a:r>
              <a:rPr lang="pt-PT" dirty="0" smtClean="0"/>
              <a:t>Os </a:t>
            </a:r>
            <a:r>
              <a:rPr lang="pt-PT" dirty="0" smtClean="0"/>
              <a:t>pontos são acumulados com base nos quizzes respondidos </a:t>
            </a:r>
            <a:r>
              <a:rPr lang="pt-PT" dirty="0" smtClean="0"/>
              <a:t>correctamente.</a:t>
            </a:r>
          </a:p>
          <a:p>
            <a:endParaRPr lang="pt-PT" dirty="0" smtClean="0"/>
          </a:p>
          <a:p>
            <a:endParaRPr lang="pt-PT" dirty="0" smtClean="0"/>
          </a:p>
          <a:p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🔁 </a:t>
            </a:r>
            <a:r>
              <a:rPr lang="pt-PT" b="1" dirty="0" smtClean="0">
                <a:hlinkClick r:id="rId2" action="ppaction://hlinksldjump"/>
              </a:rPr>
              <a:t>Refazer Quiz</a:t>
            </a:r>
            <a:r>
              <a:rPr lang="pt-PT" dirty="0" smtClean="0">
                <a:hlinkClick r:id="rId2" action="ppaction://hlinksldjump"/>
              </a:rPr>
              <a:t> 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3" action="ppaction://hlinksldjump"/>
              </a:rPr>
              <a:t>Voltar ao Quiz</a:t>
            </a:r>
            <a:r>
              <a:rPr lang="pt-PT" dirty="0" smtClean="0">
                <a:hlinkClick r:id="rId3" action="ppaction://hlinksldjump"/>
              </a:rPr>
              <a:t> 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4610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0858" y="1064029"/>
            <a:ext cx="7523018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2000" b="1" dirty="0" smtClean="0"/>
              <a:t>Novo </a:t>
            </a:r>
            <a:r>
              <a:rPr lang="pt-PT" sz="2000" b="1" dirty="0" smtClean="0"/>
              <a:t>Tópico de </a:t>
            </a:r>
            <a:r>
              <a:rPr lang="pt-PT" sz="2000" b="1" dirty="0" smtClean="0"/>
              <a:t>Discussão</a:t>
            </a:r>
          </a:p>
          <a:p>
            <a:endParaRPr lang="pt-PT" dirty="0" smtClean="0"/>
          </a:p>
          <a:p>
            <a:endParaRPr lang="pt-PT" dirty="0" smtClean="0"/>
          </a:p>
          <a:p>
            <a:r>
              <a:rPr lang="pt-PT" b="1" dirty="0" smtClean="0"/>
              <a:t>Campos simulados: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Título do tópico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Descrição breve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Tema</a:t>
            </a:r>
          </a:p>
          <a:p>
            <a:pPr>
              <a:buFont typeface="Arial" panose="020B0604020202020204" pitchFamily="34" charset="0"/>
              <a:buChar char="•"/>
            </a:pPr>
            <a:endParaRPr lang="pt-PT" dirty="0" smtClean="0"/>
          </a:p>
          <a:p>
            <a:endParaRPr lang="pt-PT" b="1" dirty="0" smtClean="0"/>
          </a:p>
          <a:p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📤 </a:t>
            </a:r>
            <a:r>
              <a:rPr lang="pt-PT" b="1" dirty="0" smtClean="0"/>
              <a:t>Publicar Tópico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2" action="ppaction://hlinksldjump"/>
              </a:rPr>
              <a:t>Voltar ao Fórum</a:t>
            </a:r>
            <a:r>
              <a:rPr lang="pt-PT" dirty="0" smtClean="0">
                <a:hlinkClick r:id="rId2" action="ppaction://hlinksldjump"/>
              </a:rPr>
              <a:t> </a:t>
            </a:r>
            <a:r>
              <a:rPr lang="pt-PT" dirty="0" smtClean="0"/>
              <a:t>→ Slide 5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3459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b="1" dirty="0" smtClean="0"/>
              <a:t>💬 Slide 12 – Responder Tópico</a:t>
            </a:r>
          </a:p>
          <a:p>
            <a:r>
              <a:rPr lang="pt-PT" b="1" dirty="0" smtClean="0"/>
              <a:t>Título:</a:t>
            </a:r>
            <a:r>
              <a:rPr lang="pt-PT" dirty="0" smtClean="0"/>
              <a:t> Resposta ao Tópico: “Inflação e o custo de vida”</a:t>
            </a:r>
          </a:p>
          <a:p>
            <a:r>
              <a:rPr lang="pt-PT" b="1" dirty="0" smtClean="0"/>
              <a:t>Campo de resposta:</a:t>
            </a:r>
            <a:r>
              <a:rPr lang="pt-PT" dirty="0" smtClean="0"/>
              <a:t> [Digite aqui sua contribuição…]</a:t>
            </a:r>
          </a:p>
          <a:p>
            <a:r>
              <a:rPr lang="pt-PT" b="1" dirty="0" smtClean="0"/>
              <a:t>Botões: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📤 </a:t>
            </a:r>
            <a:r>
              <a:rPr lang="pt-PT" b="1" dirty="0" smtClean="0"/>
              <a:t>Enviar Resposta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2" action="ppaction://hlinksldjump"/>
              </a:rPr>
              <a:t>Voltar ao Fórum</a:t>
            </a:r>
            <a:r>
              <a:rPr lang="pt-PT" dirty="0" smtClean="0">
                <a:hlinkClick r:id="rId2" action="ppaction://hlinksldjump"/>
              </a:rPr>
              <a:t> </a:t>
            </a:r>
            <a:r>
              <a:rPr lang="pt-PT" dirty="0" smtClean="0"/>
              <a:t>→ Slide 5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54335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b="1" dirty="0" smtClean="0"/>
              <a:t>✍️ Slide 13 – Comentar Conteúdo</a:t>
            </a:r>
          </a:p>
          <a:p>
            <a:r>
              <a:rPr lang="pt-PT" b="1" dirty="0" smtClean="0"/>
              <a:t>Título:</a:t>
            </a:r>
            <a:r>
              <a:rPr lang="pt-PT" dirty="0" smtClean="0"/>
              <a:t> Comentário sobre: “Inflação em Angola”</a:t>
            </a:r>
          </a:p>
          <a:p>
            <a:r>
              <a:rPr lang="pt-PT" b="1" dirty="0" smtClean="0"/>
              <a:t>Campo de comentário:</a:t>
            </a:r>
            <a:r>
              <a:rPr lang="pt-PT" dirty="0" smtClean="0"/>
              <a:t> [Digite seu comentário…]</a:t>
            </a:r>
          </a:p>
          <a:p>
            <a:r>
              <a:rPr lang="pt-PT" b="1" dirty="0" smtClean="0"/>
              <a:t>Botões: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📤 </a:t>
            </a:r>
            <a:r>
              <a:rPr lang="pt-PT" b="1" dirty="0" smtClean="0"/>
              <a:t>Publicar Comentário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2" action="ppaction://hlinksldjump"/>
              </a:rPr>
              <a:t>Voltar ao Conteúdo</a:t>
            </a:r>
            <a:r>
              <a:rPr lang="pt-PT" dirty="0" smtClean="0">
                <a:hlinkClick r:id="rId2" action="ppaction://hlinksldjump"/>
              </a:rPr>
              <a:t> </a:t>
            </a:r>
            <a:r>
              <a:rPr lang="pt-PT" dirty="0" smtClean="0"/>
              <a:t>→ Slide 8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3246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5222" y="1122218"/>
            <a:ext cx="788877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b="1" dirty="0" smtClean="0"/>
              <a:t>Feedback </a:t>
            </a:r>
            <a:r>
              <a:rPr lang="pt-PT" b="1" dirty="0" smtClean="0"/>
              <a:t>da </a:t>
            </a:r>
            <a:r>
              <a:rPr lang="pt-PT" b="1" dirty="0" smtClean="0"/>
              <a:t>Resposta</a:t>
            </a:r>
          </a:p>
          <a:p>
            <a:endParaRPr lang="pt-PT" b="1" dirty="0" smtClean="0"/>
          </a:p>
          <a:p>
            <a:endParaRPr lang="pt-PT" b="1" dirty="0" smtClean="0"/>
          </a:p>
          <a:p>
            <a:r>
              <a:rPr lang="pt-PT" b="1" dirty="0" smtClean="0"/>
              <a:t>Título:</a:t>
            </a:r>
            <a:r>
              <a:rPr lang="pt-PT" dirty="0" smtClean="0"/>
              <a:t> Resposta Correta</a:t>
            </a:r>
            <a:r>
              <a:rPr lang="pt-PT" dirty="0" smtClean="0"/>
              <a:t>!</a:t>
            </a:r>
          </a:p>
          <a:p>
            <a:endParaRPr lang="pt-PT" dirty="0" smtClean="0"/>
          </a:p>
          <a:p>
            <a:endParaRPr lang="pt-PT" dirty="0" smtClean="0"/>
          </a:p>
          <a:p>
            <a:r>
              <a:rPr lang="pt-PT" dirty="0" smtClean="0"/>
              <a:t>A </a:t>
            </a:r>
            <a:r>
              <a:rPr lang="pt-PT" dirty="0" smtClean="0"/>
              <a:t>reforma monetária de 1999 substituiu o Kwanza antigo por uma nova moeda, buscando estabilizar a economia.</a:t>
            </a:r>
          </a:p>
          <a:p>
            <a:endParaRPr lang="pt-PT" b="1" dirty="0"/>
          </a:p>
          <a:p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2" action="ppaction://hlinksldjump"/>
              </a:rPr>
              <a:t>Próxima Pergunta</a:t>
            </a:r>
            <a:r>
              <a:rPr lang="pt-PT" dirty="0" smtClean="0">
                <a:hlinkClick r:id="rId2" action="ppaction://hlinksldjump"/>
              </a:rPr>
              <a:t> 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3" action="ppaction://hlinksldjump"/>
              </a:rPr>
              <a:t>Voltar ao Quiz</a:t>
            </a:r>
            <a:r>
              <a:rPr lang="pt-PT" dirty="0" smtClean="0">
                <a:hlinkClick r:id="rId3" action="ppaction://hlinksldjump"/>
              </a:rPr>
              <a:t> 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1265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b="1" dirty="0" smtClean="0"/>
              <a:t>❓ Slide 15 – Quiz – Pergunta 2</a:t>
            </a:r>
          </a:p>
          <a:p>
            <a:r>
              <a:rPr lang="pt-PT" b="1" dirty="0" smtClean="0"/>
              <a:t>Título:</a:t>
            </a:r>
            <a:r>
              <a:rPr lang="pt-PT" dirty="0" smtClean="0"/>
              <a:t> Que sector liderou o crescimento económico angolano entre 2005 e 2014?</a:t>
            </a:r>
          </a:p>
          <a:p>
            <a:r>
              <a:rPr lang="pt-PT" b="1" dirty="0" smtClean="0"/>
              <a:t>Opções:</a:t>
            </a:r>
            <a:endParaRPr lang="pt-PT" dirty="0" smtClean="0"/>
          </a:p>
          <a:p>
            <a:pPr>
              <a:buFont typeface="+mj-lt"/>
              <a:buAutoNum type="arabicPeriod"/>
            </a:pPr>
            <a:r>
              <a:rPr lang="pt-PT" dirty="0" smtClean="0"/>
              <a:t>Agricultura</a:t>
            </a:r>
          </a:p>
          <a:p>
            <a:pPr>
              <a:buFont typeface="+mj-lt"/>
              <a:buAutoNum type="arabicPeriod"/>
            </a:pPr>
            <a:r>
              <a:rPr lang="pt-PT" dirty="0" smtClean="0"/>
              <a:t>Petróleo e gás</a:t>
            </a:r>
          </a:p>
          <a:p>
            <a:pPr>
              <a:buFont typeface="+mj-lt"/>
              <a:buAutoNum type="arabicPeriod"/>
            </a:pPr>
            <a:r>
              <a:rPr lang="pt-PT" dirty="0" smtClean="0"/>
              <a:t>Turismo</a:t>
            </a:r>
          </a:p>
          <a:p>
            <a:pPr>
              <a:buFont typeface="+mj-lt"/>
              <a:buAutoNum type="arabicPeriod"/>
            </a:pPr>
            <a:r>
              <a:rPr lang="pt-PT" dirty="0" smtClean="0"/>
              <a:t>Tecnologia</a:t>
            </a:r>
          </a:p>
          <a:p>
            <a:r>
              <a:rPr lang="pt-PT" b="1" dirty="0" smtClean="0"/>
              <a:t>Botões: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✅ </a:t>
            </a:r>
            <a:r>
              <a:rPr lang="pt-PT" b="1" dirty="0" smtClean="0">
                <a:hlinkClick r:id="rId2" action="ppaction://hlinksldjump"/>
              </a:rPr>
              <a:t>Confirmar resposta</a:t>
            </a:r>
            <a:r>
              <a:rPr lang="pt-PT" dirty="0" smtClean="0">
                <a:hlinkClick r:id="rId2" action="ppaction://hlinksldjump"/>
              </a:rPr>
              <a:t> </a:t>
            </a:r>
            <a:r>
              <a:rPr lang="pt-PT" dirty="0" smtClean="0"/>
              <a:t>→ Slide 16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3" action="ppaction://hlinksldjump"/>
              </a:rPr>
              <a:t>Voltar ao Quiz</a:t>
            </a:r>
            <a:r>
              <a:rPr lang="pt-PT" dirty="0" smtClean="0">
                <a:hlinkClick r:id="rId3" action="ppaction://hlinksldjump"/>
              </a:rPr>
              <a:t> </a:t>
            </a:r>
            <a:r>
              <a:rPr lang="pt-PT" dirty="0" smtClean="0"/>
              <a:t>→ Slide 4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57615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b="1" dirty="0" smtClean="0"/>
              <a:t>🧾 Slide 16 – Resultado Final</a:t>
            </a:r>
          </a:p>
          <a:p>
            <a:r>
              <a:rPr lang="pt-PT" b="1" dirty="0" smtClean="0"/>
              <a:t>Título:</a:t>
            </a:r>
            <a:r>
              <a:rPr lang="pt-PT" dirty="0" smtClean="0"/>
              <a:t> Parabéns! Você concluiu o quiz</a:t>
            </a:r>
          </a:p>
          <a:p>
            <a:r>
              <a:rPr lang="pt-PT" b="1" dirty="0" smtClean="0"/>
              <a:t>Descrição:</a:t>
            </a:r>
            <a:r>
              <a:rPr lang="pt-PT" dirty="0" smtClean="0"/>
              <a:t> Você acertou </a:t>
            </a:r>
            <a:r>
              <a:rPr lang="pt-PT" b="1" dirty="0" smtClean="0"/>
              <a:t>7 de 10 perguntas</a:t>
            </a:r>
            <a:r>
              <a:rPr lang="pt-PT" dirty="0" smtClean="0"/>
              <a:t>. Seu desempenho está acima da média nacional. Continue explorando conteúdos e participe dos fóruns para aprofundar seu conhecimento.</a:t>
            </a:r>
          </a:p>
          <a:p>
            <a:r>
              <a:rPr lang="pt-PT" b="1" dirty="0" smtClean="0"/>
              <a:t>Botões: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📊 </a:t>
            </a:r>
            <a:r>
              <a:rPr lang="pt-PT" b="1" dirty="0" smtClean="0">
                <a:hlinkClick r:id="rId2" action="ppaction://hlinksldjump"/>
              </a:rPr>
              <a:t>Ver Ranking</a:t>
            </a:r>
            <a:r>
              <a:rPr lang="pt-PT" dirty="0" smtClean="0">
                <a:hlinkClick r:id="rId2" action="ppaction://hlinksldjump"/>
              </a:rPr>
              <a:t> </a:t>
            </a:r>
            <a:r>
              <a:rPr lang="pt-PT" dirty="0" smtClean="0"/>
              <a:t>→ Slide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🔁 </a:t>
            </a:r>
            <a:r>
              <a:rPr lang="pt-PT" b="1" dirty="0" smtClean="0">
                <a:hlinkClick r:id="rId3" action="ppaction://hlinksldjump"/>
              </a:rPr>
              <a:t>Refazer Quiz</a:t>
            </a:r>
            <a:r>
              <a:rPr lang="pt-PT" dirty="0" smtClean="0">
                <a:hlinkClick r:id="rId3" action="ppaction://hlinksldjump"/>
              </a:rPr>
              <a:t> </a:t>
            </a:r>
            <a:r>
              <a:rPr lang="pt-PT" dirty="0" smtClean="0"/>
              <a:t>→ Slide 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📚 </a:t>
            </a:r>
            <a:r>
              <a:rPr lang="pt-PT" b="1" dirty="0" smtClean="0">
                <a:hlinkClick r:id="rId4" action="ppaction://hlinksldjump"/>
              </a:rPr>
              <a:t>Explorar Conteúdos</a:t>
            </a:r>
            <a:r>
              <a:rPr lang="pt-PT" dirty="0" smtClean="0">
                <a:hlinkClick r:id="rId4" action="ppaction://hlinksldjump"/>
              </a:rPr>
              <a:t> </a:t>
            </a:r>
            <a:r>
              <a:rPr lang="pt-PT" dirty="0" smtClean="0"/>
              <a:t>→ Slide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5" action="ppaction://hlinksldjump"/>
              </a:rPr>
              <a:t>Voltar ao Menu</a:t>
            </a:r>
            <a:r>
              <a:rPr lang="pt-PT" dirty="0" smtClean="0">
                <a:hlinkClick r:id="rId5" action="ppaction://hlinksldjump"/>
              </a:rPr>
              <a:t> </a:t>
            </a:r>
            <a:r>
              <a:rPr lang="pt-PT" dirty="0" smtClean="0"/>
              <a:t>→ Slide 2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05211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b="1" dirty="0" smtClean="0"/>
              <a:t>📌 Slide 17 – Sugestões de Aprofundamento</a:t>
            </a:r>
          </a:p>
          <a:p>
            <a:r>
              <a:rPr lang="pt-PT" b="1" dirty="0" smtClean="0"/>
              <a:t>Título:</a:t>
            </a:r>
            <a:r>
              <a:rPr lang="pt-PT" dirty="0" smtClean="0"/>
              <a:t> Quer ir além?</a:t>
            </a:r>
          </a:p>
          <a:p>
            <a:r>
              <a:rPr lang="pt-PT" b="1" dirty="0" smtClean="0"/>
              <a:t>Descrição:</a:t>
            </a:r>
            <a:r>
              <a:rPr lang="pt-PT" dirty="0" smtClean="0"/>
              <a:t> Explore conteúdos relacionados ao seu quiz: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Vídeo: A história da moeda angolana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Texto: Políticas públicas e inflação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Podcast: Economia regional e desigualdades</a:t>
            </a:r>
          </a:p>
          <a:p>
            <a:r>
              <a:rPr lang="pt-PT" b="1" dirty="0" smtClean="0"/>
              <a:t>Botões: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2" action="ppaction://hlinksldjump"/>
              </a:rPr>
              <a:t>Ver vídeo</a:t>
            </a:r>
            <a:r>
              <a:rPr lang="pt-PT" dirty="0" smtClean="0">
                <a:hlinkClick r:id="rId2" action="ppaction://hlinksldjump"/>
              </a:rPr>
              <a:t> </a:t>
            </a:r>
            <a:r>
              <a:rPr lang="pt-PT" dirty="0" smtClean="0"/>
              <a:t>→ Slide 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📖 </a:t>
            </a:r>
            <a:r>
              <a:rPr lang="pt-PT" b="1" dirty="0" smtClean="0">
                <a:hlinkClick r:id="rId3" action="ppaction://hlinksldjump"/>
              </a:rPr>
              <a:t>Ler texto</a:t>
            </a:r>
            <a:r>
              <a:rPr lang="pt-PT" dirty="0" smtClean="0">
                <a:hlinkClick r:id="rId3" action="ppaction://hlinksldjump"/>
              </a:rPr>
              <a:t> </a:t>
            </a:r>
            <a:r>
              <a:rPr lang="pt-PT" dirty="0" smtClean="0"/>
              <a:t>→ Slide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🎧 </a:t>
            </a:r>
            <a:r>
              <a:rPr lang="pt-PT" b="1" dirty="0" smtClean="0">
                <a:hlinkClick r:id="rId3" action="ppaction://hlinksldjump"/>
              </a:rPr>
              <a:t>Ouvir podcast</a:t>
            </a:r>
            <a:r>
              <a:rPr lang="pt-PT" dirty="0" smtClean="0">
                <a:hlinkClick r:id="rId3" action="ppaction://hlinksldjump"/>
              </a:rPr>
              <a:t> </a:t>
            </a:r>
            <a:r>
              <a:rPr lang="pt-PT" dirty="0" smtClean="0"/>
              <a:t>→ Slide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4" action="ppaction://hlinksldjump"/>
              </a:rPr>
              <a:t>Voltar ao Menu</a:t>
            </a:r>
            <a:r>
              <a:rPr lang="pt-PT" dirty="0" smtClean="0">
                <a:hlinkClick r:id="rId4" action="ppaction://hlinksldjump"/>
              </a:rPr>
              <a:t> </a:t>
            </a:r>
            <a:r>
              <a:rPr lang="pt-PT" dirty="0" smtClean="0"/>
              <a:t>→ Slide 2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1843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b="1" dirty="0" smtClean="0"/>
              <a:t>🤝 Slide 18 – Convite à Participação</a:t>
            </a:r>
          </a:p>
          <a:p>
            <a:r>
              <a:rPr lang="pt-PT" b="1" dirty="0" smtClean="0"/>
              <a:t>Título:</a:t>
            </a:r>
            <a:r>
              <a:rPr lang="pt-PT" dirty="0" smtClean="0"/>
              <a:t> Compartilhe sua visão</a:t>
            </a:r>
          </a:p>
          <a:p>
            <a:r>
              <a:rPr lang="pt-PT" b="1" dirty="0" smtClean="0"/>
              <a:t>Descrição:</a:t>
            </a:r>
            <a:r>
              <a:rPr lang="pt-PT" dirty="0" smtClean="0"/>
              <a:t> A economia é feita por pessoas. Participe dos fóruns, comente os conteúdos e ajude a construir uma comunidade de aprendizagem ativa.</a:t>
            </a:r>
          </a:p>
          <a:p>
            <a:r>
              <a:rPr lang="pt-PT" b="1" dirty="0" smtClean="0"/>
              <a:t>Botões: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💬 </a:t>
            </a:r>
            <a:r>
              <a:rPr lang="pt-PT" b="1" dirty="0" smtClean="0">
                <a:hlinkClick r:id="rId2" action="ppaction://hlinksldjump"/>
              </a:rPr>
              <a:t>Ir para Fórum</a:t>
            </a:r>
            <a:r>
              <a:rPr lang="pt-PT" dirty="0" smtClean="0">
                <a:hlinkClick r:id="rId2" action="ppaction://hlinksldjump"/>
              </a:rPr>
              <a:t> </a:t>
            </a:r>
            <a:r>
              <a:rPr lang="pt-PT" dirty="0" smtClean="0"/>
              <a:t>→ Slide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✍️ </a:t>
            </a:r>
            <a:r>
              <a:rPr lang="pt-PT" b="1" dirty="0" smtClean="0">
                <a:hlinkClick r:id="rId3" action="ppaction://hlinksldjump"/>
              </a:rPr>
              <a:t>Comentar conteúdo</a:t>
            </a:r>
            <a:r>
              <a:rPr lang="pt-PT" dirty="0" smtClean="0">
                <a:hlinkClick r:id="rId3" action="ppaction://hlinksldjump"/>
              </a:rPr>
              <a:t> </a:t>
            </a:r>
            <a:r>
              <a:rPr lang="pt-PT" dirty="0" smtClean="0"/>
              <a:t>→ Slide 13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4" action="ppaction://hlinksldjump"/>
              </a:rPr>
              <a:t>Voltar ao Menu</a:t>
            </a:r>
            <a:r>
              <a:rPr lang="pt-PT" dirty="0" smtClean="0">
                <a:hlinkClick r:id="rId4" action="ppaction://hlinksldjump"/>
              </a:rPr>
              <a:t> </a:t>
            </a:r>
            <a:r>
              <a:rPr lang="pt-PT" dirty="0" smtClean="0"/>
              <a:t>→ Slide 2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3065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612845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PT" b="1" dirty="0" smtClean="0"/>
              <a:t>📖 Slide 8b – Explorar Conteúdos</a:t>
            </a:r>
          </a:p>
          <a:p>
            <a:pPr algn="just"/>
            <a:endParaRPr lang="pt-PT" b="1" dirty="0" smtClean="0"/>
          </a:p>
          <a:p>
            <a:pPr algn="just"/>
            <a:r>
              <a:rPr lang="pt-PT" b="1" dirty="0" smtClean="0"/>
              <a:t>Título:</a:t>
            </a:r>
            <a:r>
              <a:rPr lang="pt-PT" dirty="0" smtClean="0"/>
              <a:t> </a:t>
            </a:r>
            <a:r>
              <a:rPr lang="pt-PT" b="1" dirty="0" smtClean="0"/>
              <a:t>Opções de Textos</a:t>
            </a:r>
          </a:p>
          <a:p>
            <a:pPr algn="just"/>
            <a:endParaRPr lang="pt-PT" dirty="0" smtClean="0"/>
          </a:p>
          <a:p>
            <a:pPr algn="just"/>
            <a:r>
              <a:rPr lang="pt-PT" b="1" dirty="0" smtClean="0"/>
              <a:t>Descrição:</a:t>
            </a:r>
            <a:r>
              <a:rPr lang="pt-PT" dirty="0" smtClean="0"/>
              <a:t> Acesse a microtextos sobre economia e história económico-social angolana. Filtre por tema</a:t>
            </a:r>
          </a:p>
          <a:p>
            <a:pPr algn="just"/>
            <a:endParaRPr lang="pt-PT" b="1" dirty="0" smtClean="0"/>
          </a:p>
          <a:p>
            <a:pPr algn="just"/>
            <a:r>
              <a:rPr lang="pt-PT" b="1" dirty="0" smtClean="0"/>
              <a:t>Botões:</a:t>
            </a:r>
          </a:p>
          <a:p>
            <a:pPr algn="just"/>
            <a:endParaRPr lang="pt-PT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2" action="ppaction://hlinkfile"/>
              </a:rPr>
              <a:t>Microtexto 1</a:t>
            </a:r>
            <a:r>
              <a:rPr lang="pt-PT" dirty="0" smtClean="0"/>
              <a:t> → Slide 8a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3" action="ppaction://hlinkfile"/>
              </a:rPr>
              <a:t>Microtexto 2</a:t>
            </a:r>
            <a:r>
              <a:rPr lang="pt-PT" dirty="0" smtClean="0"/>
              <a:t> → Slide 8b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4" action="ppaction://hlinkfile"/>
              </a:rPr>
              <a:t>Microtexto 3</a:t>
            </a:r>
            <a:r>
              <a:rPr lang="pt-PT" dirty="0" smtClean="0"/>
              <a:t> → Slide 8c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/>
              <a:t>Microtexto 4</a:t>
            </a:r>
            <a:r>
              <a:rPr lang="pt-PT" dirty="0" smtClean="0"/>
              <a:t> → Slide 8d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💬 </a:t>
            </a:r>
            <a:r>
              <a:rPr lang="pt-PT" b="1" dirty="0" smtClean="0"/>
              <a:t>Outros</a:t>
            </a:r>
            <a:r>
              <a:rPr lang="pt-PT" dirty="0" smtClean="0"/>
              <a:t> → Slide 13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5" action="ppaction://hlinksldjump"/>
              </a:rPr>
              <a:t>Voltar ao Explorar</a:t>
            </a:r>
            <a:r>
              <a:rPr lang="pt-PT" dirty="0" smtClean="0">
                <a:hlinkClick r:id="rId5" action="ppaction://hlinksldjump"/>
              </a:rPr>
              <a:t> </a:t>
            </a:r>
            <a:r>
              <a:rPr lang="pt-PT" dirty="0" smtClean="0"/>
              <a:t>→ Slide 8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0920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612845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PT" b="1" dirty="0" smtClean="0"/>
              <a:t>📖 Slide 8c – Explorar Conteúdos</a:t>
            </a:r>
          </a:p>
          <a:p>
            <a:pPr algn="just"/>
            <a:endParaRPr lang="pt-PT" b="1" dirty="0" smtClean="0"/>
          </a:p>
          <a:p>
            <a:pPr algn="just"/>
            <a:r>
              <a:rPr lang="pt-PT" b="1" dirty="0" smtClean="0"/>
              <a:t>Título:</a:t>
            </a:r>
            <a:r>
              <a:rPr lang="pt-PT" dirty="0" smtClean="0"/>
              <a:t> </a:t>
            </a:r>
            <a:r>
              <a:rPr lang="pt-PT" b="1" dirty="0" smtClean="0"/>
              <a:t>Opções de Textos com Jindungo</a:t>
            </a:r>
          </a:p>
          <a:p>
            <a:pPr algn="just"/>
            <a:endParaRPr lang="pt-PT" dirty="0" smtClean="0"/>
          </a:p>
          <a:p>
            <a:pPr algn="just"/>
            <a:r>
              <a:rPr lang="pt-PT" b="1" dirty="0" smtClean="0"/>
              <a:t>Descrição:</a:t>
            </a:r>
            <a:r>
              <a:rPr lang="pt-PT" dirty="0" smtClean="0"/>
              <a:t> Acesse a microtextos sobre economia e história económico-social angolana. Filtre por tema</a:t>
            </a:r>
          </a:p>
          <a:p>
            <a:pPr algn="just"/>
            <a:endParaRPr lang="pt-PT" b="1" dirty="0" smtClean="0"/>
          </a:p>
          <a:p>
            <a:pPr algn="just"/>
            <a:r>
              <a:rPr lang="pt-PT" b="1" dirty="0" smtClean="0"/>
              <a:t>Botões:</a:t>
            </a:r>
          </a:p>
          <a:p>
            <a:pPr algn="just"/>
            <a:endParaRPr lang="pt-PT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2" action="ppaction://hlinkfile"/>
              </a:rPr>
              <a:t>A economia da mixa</a:t>
            </a:r>
            <a:r>
              <a:rPr lang="pt-PT" dirty="0" smtClean="0">
                <a:hlinkClick r:id="rId2" action="ppaction://hlinkfile"/>
              </a:rPr>
              <a:t> </a:t>
            </a:r>
            <a:r>
              <a:rPr lang="pt-PT" dirty="0" smtClean="0"/>
              <a:t>→ Slide 8a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3" action="ppaction://hlinkfile"/>
              </a:rPr>
              <a:t>Adjudicações directas</a:t>
            </a:r>
            <a:r>
              <a:rPr lang="pt-PT" dirty="0" smtClean="0">
                <a:hlinkClick r:id="rId3" action="ppaction://hlinkfile"/>
              </a:rPr>
              <a:t> </a:t>
            </a:r>
            <a:r>
              <a:rPr lang="pt-PT" dirty="0" smtClean="0"/>
              <a:t>→ Slide 8b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4" action="ppaction://hlinkfile"/>
              </a:rPr>
              <a:t>Doutores Matumbos</a:t>
            </a:r>
            <a:r>
              <a:rPr lang="pt-PT" dirty="0" smtClean="0"/>
              <a:t>→ Slide 8c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5" action="ppaction://hlinkfile"/>
              </a:rPr>
              <a:t>Economistas de Manual</a:t>
            </a:r>
            <a:r>
              <a:rPr lang="pt-PT" dirty="0" smtClean="0">
                <a:hlinkClick r:id="rId5" action="ppaction://hlinkfile"/>
              </a:rPr>
              <a:t> </a:t>
            </a:r>
            <a:r>
              <a:rPr lang="pt-PT" dirty="0" smtClean="0"/>
              <a:t>→ Slide 8d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💬 </a:t>
            </a:r>
            <a:r>
              <a:rPr lang="pt-PT" b="1" dirty="0" smtClean="0">
                <a:hlinkClick r:id="rId6" action="ppaction://hlinksldjump"/>
              </a:rPr>
              <a:t>Outros</a:t>
            </a:r>
            <a:r>
              <a:rPr lang="pt-PT" dirty="0" smtClean="0"/>
              <a:t> → Slide 13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7" action="ppaction://hlinksldjump"/>
              </a:rPr>
              <a:t>Voltar ao Explorar</a:t>
            </a:r>
            <a:r>
              <a:rPr lang="pt-PT" dirty="0" smtClean="0">
                <a:hlinkClick r:id="rId7" action="ppaction://hlinksldjump"/>
              </a:rPr>
              <a:t> </a:t>
            </a:r>
            <a:r>
              <a:rPr lang="pt-PT" dirty="0" smtClean="0"/>
              <a:t>→ Slide 8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68648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  <p:sp>
        <p:nvSpPr>
          <p:cNvPr id="4" name="Rectangle 3"/>
          <p:cNvSpPr/>
          <p:nvPr/>
        </p:nvSpPr>
        <p:spPr>
          <a:xfrm>
            <a:off x="3048000" y="612845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PT" b="1" dirty="0" smtClean="0"/>
              <a:t>📖 Slide 8c – Explorar Conteúdos</a:t>
            </a:r>
          </a:p>
          <a:p>
            <a:pPr algn="just"/>
            <a:endParaRPr lang="pt-PT" b="1" dirty="0" smtClean="0"/>
          </a:p>
          <a:p>
            <a:pPr algn="just"/>
            <a:r>
              <a:rPr lang="pt-PT" b="1" dirty="0" smtClean="0"/>
              <a:t>Título:</a:t>
            </a:r>
            <a:r>
              <a:rPr lang="pt-PT" dirty="0"/>
              <a:t> </a:t>
            </a:r>
            <a:r>
              <a:rPr lang="pt-PT" b="1" dirty="0" smtClean="0"/>
              <a:t>Textos com Jindungo 2</a:t>
            </a:r>
          </a:p>
          <a:p>
            <a:pPr algn="just"/>
            <a:endParaRPr lang="pt-PT" dirty="0" smtClean="0"/>
          </a:p>
          <a:p>
            <a:pPr algn="just"/>
            <a:r>
              <a:rPr lang="pt-PT" b="1" dirty="0" smtClean="0"/>
              <a:t>Descrição:</a:t>
            </a:r>
            <a:r>
              <a:rPr lang="pt-PT" dirty="0" smtClean="0"/>
              <a:t> Acesse a microtextos sobre economia e história económico-social angolana. Filtre por tema</a:t>
            </a:r>
          </a:p>
          <a:p>
            <a:pPr algn="just"/>
            <a:endParaRPr lang="pt-PT" b="1" dirty="0" smtClean="0"/>
          </a:p>
          <a:p>
            <a:pPr algn="just"/>
            <a:r>
              <a:rPr lang="pt-PT" b="1" dirty="0" smtClean="0"/>
              <a:t>Botões:</a:t>
            </a:r>
          </a:p>
          <a:p>
            <a:pPr algn="just"/>
            <a:endParaRPr lang="pt-PT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>
                <a:hlinkClick r:id="rId3" action="ppaction://hlinkfile"/>
              </a:rPr>
              <a:t>Q</a:t>
            </a:r>
            <a:r>
              <a:rPr lang="pt-PT" b="1" dirty="0" smtClean="0">
                <a:hlinkClick r:id="rId3" action="ppaction://hlinkfile"/>
              </a:rPr>
              <a:t>uem indica</a:t>
            </a:r>
            <a:r>
              <a:rPr lang="pt-PT" dirty="0" smtClean="0">
                <a:hlinkClick r:id="rId3" action="ppaction://hlinkfile"/>
              </a:rPr>
              <a:t> </a:t>
            </a:r>
            <a:r>
              <a:rPr lang="pt-PT" dirty="0" smtClean="0"/>
              <a:t>→ Slide 8a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4" action="ppaction://hlinkfile"/>
              </a:rPr>
              <a:t>Empreendorismo</a:t>
            </a:r>
            <a:r>
              <a:rPr lang="pt-PT" dirty="0" smtClean="0"/>
              <a:t> → Slide 8b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5" action="ppaction://hlinkfile"/>
              </a:rPr>
              <a:t>Microcrédito</a:t>
            </a:r>
            <a:r>
              <a:rPr lang="pt-PT" b="1" dirty="0" smtClean="0"/>
              <a:t> </a:t>
            </a:r>
            <a:r>
              <a:rPr lang="pt-PT" dirty="0" smtClean="0"/>
              <a:t>→ Slide 8c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6" action="ppaction://hlinkfile"/>
              </a:rPr>
              <a:t>Luanda em movimento </a:t>
            </a:r>
            <a:r>
              <a:rPr lang="pt-PT" dirty="0" smtClean="0"/>
              <a:t>→ Slide 8d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💬 </a:t>
            </a:r>
            <a:r>
              <a:rPr lang="pt-PT" b="1" dirty="0" smtClean="0">
                <a:hlinkClick r:id="rId7" action="ppaction://hlinksldjump"/>
              </a:rPr>
              <a:t>Outros</a:t>
            </a:r>
            <a:r>
              <a:rPr lang="pt-PT" dirty="0" smtClean="0"/>
              <a:t> → Slide 13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8" action="ppaction://hlinksldjump"/>
              </a:rPr>
              <a:t>Voltar ao Explorar</a:t>
            </a:r>
            <a:r>
              <a:rPr lang="pt-PT" dirty="0" smtClean="0">
                <a:hlinkClick r:id="rId8" action="ppaction://hlinksldjump"/>
              </a:rPr>
              <a:t> </a:t>
            </a:r>
            <a:r>
              <a:rPr lang="pt-PT" dirty="0" smtClean="0"/>
              <a:t>→ Slide 8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37842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  <p:sp>
        <p:nvSpPr>
          <p:cNvPr id="4" name="Rectangle 3"/>
          <p:cNvSpPr/>
          <p:nvPr/>
        </p:nvSpPr>
        <p:spPr>
          <a:xfrm>
            <a:off x="3048000" y="612845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PT" b="1" dirty="0" smtClean="0"/>
              <a:t>📖 Slide 8c – Explorar Conteúdos</a:t>
            </a:r>
          </a:p>
          <a:p>
            <a:pPr algn="just"/>
            <a:endParaRPr lang="pt-PT" b="1" dirty="0" smtClean="0"/>
          </a:p>
          <a:p>
            <a:pPr algn="just"/>
            <a:r>
              <a:rPr lang="pt-PT" b="1" dirty="0" smtClean="0"/>
              <a:t>Título:</a:t>
            </a:r>
            <a:r>
              <a:rPr lang="pt-PT" dirty="0"/>
              <a:t> </a:t>
            </a:r>
            <a:r>
              <a:rPr lang="pt-PT" b="1" dirty="0" smtClean="0"/>
              <a:t>Textos com Jindungo 3</a:t>
            </a:r>
          </a:p>
          <a:p>
            <a:pPr algn="just"/>
            <a:endParaRPr lang="pt-PT" dirty="0" smtClean="0"/>
          </a:p>
          <a:p>
            <a:pPr algn="just"/>
            <a:r>
              <a:rPr lang="pt-PT" b="1" dirty="0" smtClean="0"/>
              <a:t>Descrição:</a:t>
            </a:r>
            <a:r>
              <a:rPr lang="pt-PT" dirty="0" smtClean="0"/>
              <a:t> Acesse a microtextos sobre economia e história económico-social angolana. Filtre por tema</a:t>
            </a:r>
          </a:p>
          <a:p>
            <a:pPr algn="just"/>
            <a:endParaRPr lang="pt-PT" b="1" dirty="0" smtClean="0"/>
          </a:p>
          <a:p>
            <a:pPr algn="just"/>
            <a:r>
              <a:rPr lang="pt-PT" b="1" dirty="0" smtClean="0"/>
              <a:t>Botões:</a:t>
            </a:r>
          </a:p>
          <a:p>
            <a:pPr algn="just"/>
            <a:endParaRPr lang="pt-PT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>
                <a:hlinkClick r:id="rId3" action="ppaction://hlinkfile"/>
              </a:rPr>
              <a:t>Q</a:t>
            </a:r>
            <a:r>
              <a:rPr lang="pt-PT" b="1" dirty="0" smtClean="0">
                <a:hlinkClick r:id="rId3" action="ppaction://hlinkfile"/>
              </a:rPr>
              <a:t>uem indica</a:t>
            </a:r>
            <a:r>
              <a:rPr lang="pt-PT" dirty="0" smtClean="0">
                <a:hlinkClick r:id="rId3" action="ppaction://hlinkfile"/>
              </a:rPr>
              <a:t> </a:t>
            </a:r>
            <a:r>
              <a:rPr lang="pt-PT" dirty="0" smtClean="0"/>
              <a:t>→ Slide 8a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4" action="ppaction://hlinkfile"/>
              </a:rPr>
              <a:t>Empreendorismo</a:t>
            </a:r>
            <a:r>
              <a:rPr lang="pt-PT" dirty="0" smtClean="0"/>
              <a:t> → Slide 8b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5" action="ppaction://hlinkfile"/>
              </a:rPr>
              <a:t>Microcrédito</a:t>
            </a:r>
            <a:r>
              <a:rPr lang="pt-PT" b="1" dirty="0" smtClean="0"/>
              <a:t> </a:t>
            </a:r>
            <a:r>
              <a:rPr lang="pt-PT" dirty="0" smtClean="0"/>
              <a:t>→ Slide 8c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6" action="ppaction://hlinkfile"/>
              </a:rPr>
              <a:t>Luanda em movimento </a:t>
            </a:r>
            <a:r>
              <a:rPr lang="pt-PT" dirty="0" smtClean="0"/>
              <a:t>→ Slide 8d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💬 </a:t>
            </a:r>
            <a:r>
              <a:rPr lang="pt-PT" b="1" dirty="0" smtClean="0"/>
              <a:t>Outros</a:t>
            </a:r>
            <a:r>
              <a:rPr lang="pt-PT" dirty="0" smtClean="0"/>
              <a:t> → Slide 13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PT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7" action="ppaction://hlinksldjump"/>
              </a:rPr>
              <a:t>Voltar ao Explorar</a:t>
            </a:r>
            <a:r>
              <a:rPr lang="pt-PT" dirty="0" smtClean="0">
                <a:hlinkClick r:id="rId7" action="ppaction://hlinksldjump"/>
              </a:rPr>
              <a:t> </a:t>
            </a:r>
            <a:r>
              <a:rPr lang="pt-PT" dirty="0" smtClean="0"/>
              <a:t>→ Slide 8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4960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41333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b="1" dirty="0" smtClean="0"/>
              <a:t>🧠 Slide 23 – Feedback da Resposta</a:t>
            </a:r>
          </a:p>
          <a:p>
            <a:r>
              <a:rPr lang="pt-PT" b="1" dirty="0" smtClean="0"/>
              <a:t>Título:</a:t>
            </a:r>
            <a:r>
              <a:rPr lang="pt-PT" dirty="0" smtClean="0"/>
              <a:t> Resposta Correta!</a:t>
            </a:r>
          </a:p>
          <a:p>
            <a:r>
              <a:rPr lang="pt-PT" b="1" dirty="0" smtClean="0"/>
              <a:t>Descrição:</a:t>
            </a:r>
            <a:r>
              <a:rPr lang="pt-PT" dirty="0" smtClean="0"/>
              <a:t> Petróleo e gás.</a:t>
            </a:r>
          </a:p>
          <a:p>
            <a:r>
              <a:rPr lang="pt-PT" b="1" dirty="0" smtClean="0"/>
              <a:t>Botões: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/>
              <a:t>Próxima Pergunta</a:t>
            </a:r>
            <a:r>
              <a:rPr lang="pt-PT" dirty="0" smtClean="0"/>
              <a:t> → Slide 15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2" action="ppaction://hlinksldjump"/>
              </a:rPr>
              <a:t>Voltar ao Quiz</a:t>
            </a:r>
            <a:r>
              <a:rPr lang="pt-PT" dirty="0" smtClean="0">
                <a:hlinkClick r:id="rId2" action="ppaction://hlinksldjump"/>
              </a:rPr>
              <a:t> </a:t>
            </a:r>
            <a:r>
              <a:rPr lang="pt-PT" dirty="0" smtClean="0"/>
              <a:t>→ Slide 4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4660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85934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b="1" dirty="0" smtClean="0"/>
              <a:t>🧩 Slide24 – Quiz – Pergunta 3</a:t>
            </a:r>
          </a:p>
          <a:p>
            <a:r>
              <a:rPr lang="pt-PT" b="1" dirty="0" smtClean="0"/>
              <a:t>Título:</a:t>
            </a:r>
            <a:r>
              <a:rPr lang="pt-PT" dirty="0" smtClean="0"/>
              <a:t> Que condição não fazia parte do pacto colonial implementado em Angola?</a:t>
            </a:r>
          </a:p>
          <a:p>
            <a:r>
              <a:rPr lang="pt-PT" b="1" dirty="0" smtClean="0"/>
              <a:t>Opções:</a:t>
            </a:r>
            <a:endParaRPr lang="pt-PT" dirty="0" smtClean="0"/>
          </a:p>
          <a:p>
            <a:pPr>
              <a:buFont typeface="+mj-lt"/>
              <a:buAutoNum type="arabicPeriod"/>
            </a:pPr>
            <a:r>
              <a:rPr lang="pt-PT" dirty="0" smtClean="0"/>
              <a:t>Extração de produtos primários a custo reduzido</a:t>
            </a:r>
          </a:p>
          <a:p>
            <a:pPr>
              <a:buFont typeface="+mj-lt"/>
              <a:buAutoNum type="arabicPeriod"/>
            </a:pPr>
            <a:r>
              <a:rPr lang="pt-PT" dirty="0" smtClean="0"/>
              <a:t>Utilização exclusiva da marinha mercante colonial para o transporte de mercadorias</a:t>
            </a:r>
          </a:p>
          <a:p>
            <a:pPr>
              <a:buFont typeface="+mj-lt"/>
              <a:buAutoNum type="arabicPeriod"/>
            </a:pPr>
            <a:r>
              <a:rPr lang="pt-PT" dirty="0" smtClean="0"/>
              <a:t>Mercado da colónia cativo para os produtos coloniais</a:t>
            </a:r>
          </a:p>
          <a:p>
            <a:pPr>
              <a:buFont typeface="+mj-lt"/>
              <a:buAutoNum type="arabicPeriod"/>
            </a:pPr>
            <a:r>
              <a:rPr lang="pt-PT" dirty="0" smtClean="0"/>
              <a:t>Utilização de mão-de-obra escrava</a:t>
            </a:r>
          </a:p>
          <a:p>
            <a:r>
              <a:rPr lang="pt-PT" b="1" dirty="0" smtClean="0"/>
              <a:t>Botões: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✅ </a:t>
            </a:r>
            <a:r>
              <a:rPr lang="pt-PT" b="1" dirty="0" smtClean="0">
                <a:hlinkClick r:id="rId2" action="ppaction://hlinksldjump"/>
              </a:rPr>
              <a:t>Confirmar resposta</a:t>
            </a:r>
            <a:r>
              <a:rPr lang="pt-PT" dirty="0" smtClean="0">
                <a:hlinkClick r:id="rId2" action="ppaction://hlinksldjump"/>
              </a:rPr>
              <a:t> </a:t>
            </a:r>
            <a:r>
              <a:rPr lang="pt-PT" dirty="0" smtClean="0"/>
              <a:t>→ Slide 14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3" action="ppaction://hlinksldjump"/>
              </a:rPr>
              <a:t>Voltar ao Quiz</a:t>
            </a:r>
            <a:r>
              <a:rPr lang="pt-PT" dirty="0" smtClean="0">
                <a:hlinkClick r:id="rId3" action="ppaction://hlinksldjump"/>
              </a:rPr>
              <a:t> </a:t>
            </a:r>
            <a:r>
              <a:rPr lang="pt-PT" dirty="0" smtClean="0"/>
              <a:t>→ Slide 4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396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41333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b="1" dirty="0" smtClean="0"/>
              <a:t>🧠 Slide 23 – Feedback da Resposta</a:t>
            </a:r>
          </a:p>
          <a:p>
            <a:r>
              <a:rPr lang="pt-PT" b="1" dirty="0" smtClean="0"/>
              <a:t>Título:</a:t>
            </a:r>
            <a:r>
              <a:rPr lang="pt-PT" dirty="0" smtClean="0"/>
              <a:t> Resposta Correta!</a:t>
            </a:r>
          </a:p>
          <a:p>
            <a:r>
              <a:rPr lang="pt-PT" b="1" dirty="0" smtClean="0"/>
              <a:t>Descrição:</a:t>
            </a:r>
            <a:r>
              <a:rPr lang="pt-PT" dirty="0" smtClean="0"/>
              <a:t> Petróleo e gás.</a:t>
            </a:r>
          </a:p>
          <a:p>
            <a:r>
              <a:rPr lang="pt-PT" b="1" dirty="0" smtClean="0"/>
              <a:t>Botões: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2" action="ppaction://hlinksldjump"/>
              </a:rPr>
              <a:t>Próxima Pergunta</a:t>
            </a:r>
            <a:r>
              <a:rPr lang="pt-PT" dirty="0" smtClean="0">
                <a:hlinkClick r:id="rId2" action="ppaction://hlinksldjump"/>
              </a:rPr>
              <a:t> </a:t>
            </a:r>
            <a:r>
              <a:rPr lang="pt-PT" dirty="0" smtClean="0"/>
              <a:t>→ Slide 15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3" action="ppaction://hlinksldjump"/>
              </a:rPr>
              <a:t>Voltar ao Quiz</a:t>
            </a:r>
            <a:r>
              <a:rPr lang="pt-PT" dirty="0" smtClean="0">
                <a:hlinkClick r:id="rId3" action="ppaction://hlinksldjump"/>
              </a:rPr>
              <a:t> </a:t>
            </a:r>
            <a:r>
              <a:rPr lang="pt-PT" dirty="0" smtClean="0"/>
              <a:t>→ Slide 4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0100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4133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b="1" dirty="0" smtClean="0"/>
              <a:t>🧠 Slide 25 – Feedback da Resposta</a:t>
            </a:r>
          </a:p>
          <a:p>
            <a:r>
              <a:rPr lang="pt-PT" b="1" dirty="0" smtClean="0"/>
              <a:t>Título:</a:t>
            </a:r>
            <a:r>
              <a:rPr lang="pt-PT" dirty="0" smtClean="0"/>
              <a:t> Resposta Correta!</a:t>
            </a:r>
          </a:p>
          <a:p>
            <a:r>
              <a:rPr lang="pt-PT" b="1" dirty="0" smtClean="0"/>
              <a:t>Descrição:</a:t>
            </a:r>
            <a:r>
              <a:rPr lang="pt-PT" dirty="0" smtClean="0"/>
              <a:t> Utilização de mão-de-obra escrava. A escravatura já tinha sido abolida quando o modelo colonial de exploração foi implementado em Angola.</a:t>
            </a:r>
          </a:p>
          <a:p>
            <a:r>
              <a:rPr lang="pt-PT" b="1" dirty="0" smtClean="0"/>
              <a:t>Botões: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>
                <a:hlinkClick r:id="rId2" action="ppaction://hlinksldjump"/>
              </a:rPr>
              <a:t>Próxima Pergunta</a:t>
            </a:r>
            <a:r>
              <a:rPr lang="pt-PT" dirty="0" smtClean="0">
                <a:hlinkClick r:id="rId2" action="ppaction://hlinksldjump"/>
              </a:rPr>
              <a:t> </a:t>
            </a:r>
            <a:r>
              <a:rPr lang="pt-PT" dirty="0" smtClean="0"/>
              <a:t>→ Slide 15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3" action="ppaction://hlinksldjump"/>
              </a:rPr>
              <a:t>Voltar ao Quiz</a:t>
            </a:r>
            <a:r>
              <a:rPr lang="pt-PT" dirty="0" smtClean="0">
                <a:hlinkClick r:id="rId3" action="ppaction://hlinksldjump"/>
              </a:rPr>
              <a:t> </a:t>
            </a:r>
            <a:r>
              <a:rPr lang="pt-PT" dirty="0" smtClean="0"/>
              <a:t>→ Slide 4</a:t>
            </a:r>
            <a:endParaRPr lang="pt-PT" dirty="0"/>
          </a:p>
        </p:txBody>
      </p:sp>
      <p:pic>
        <p:nvPicPr>
          <p:cNvPr id="4" name="Picture 3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4220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413338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b="1" dirty="0" smtClean="0"/>
              <a:t>🧠 Slide 23 – Feedback da Resposta</a:t>
            </a:r>
          </a:p>
          <a:p>
            <a:r>
              <a:rPr lang="pt-PT" b="1" dirty="0" smtClean="0"/>
              <a:t>Título:</a:t>
            </a:r>
            <a:r>
              <a:rPr lang="pt-PT" dirty="0" smtClean="0"/>
              <a:t> Resposta Correta!</a:t>
            </a:r>
          </a:p>
          <a:p>
            <a:r>
              <a:rPr lang="pt-PT" b="1" dirty="0" smtClean="0"/>
              <a:t>Descrição:</a:t>
            </a:r>
            <a:r>
              <a:rPr lang="pt-PT" dirty="0" smtClean="0"/>
              <a:t> Petróleo e gás.</a:t>
            </a:r>
          </a:p>
          <a:p>
            <a:r>
              <a:rPr lang="pt-PT" b="1" dirty="0" smtClean="0"/>
              <a:t>Botões:</a:t>
            </a:r>
            <a:endParaRPr lang="pt-PT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▶️ </a:t>
            </a:r>
            <a:r>
              <a:rPr lang="pt-PT" b="1" dirty="0" smtClean="0"/>
              <a:t>Próxima Pergunta</a:t>
            </a:r>
            <a:r>
              <a:rPr lang="pt-PT" dirty="0" smtClean="0"/>
              <a:t> → Slide 15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PT" dirty="0" smtClean="0"/>
              <a:t>🔙 </a:t>
            </a:r>
            <a:r>
              <a:rPr lang="pt-PT" b="1" dirty="0" smtClean="0">
                <a:hlinkClick r:id="rId2" action="ppaction://hlinksldjump"/>
              </a:rPr>
              <a:t>Voltar ao Quiz</a:t>
            </a:r>
            <a:r>
              <a:rPr lang="pt-PT" dirty="0" smtClean="0">
                <a:hlinkClick r:id="rId2" action="ppaction://hlinksldjump"/>
              </a:rPr>
              <a:t> </a:t>
            </a:r>
            <a:r>
              <a:rPr lang="pt-PT" dirty="0" smtClean="0"/>
              <a:t>→ Slide 4</a:t>
            </a:r>
            <a:endParaRPr lang="pt-PT" dirty="0"/>
          </a:p>
        </p:txBody>
      </p:sp>
      <p:pic>
        <p:nvPicPr>
          <p:cNvPr id="3" name="Picture 2" descr="https://copilot.microsoft.com/th/id/BCO.f78a5e5c-3c99-4e46-b629-7f207e35cb8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182" y="4414057"/>
            <a:ext cx="1797563" cy="17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986386" y="6026954"/>
            <a:ext cx="3208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i="1" dirty="0"/>
              <a:t>Economia com História – Angola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0849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78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83389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79709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88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399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685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027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202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1296</Words>
  <Application>Microsoft Office PowerPoint</Application>
  <PresentationFormat>Widescreen</PresentationFormat>
  <Paragraphs>348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SONANGOL 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Carlos Lopes</dc:creator>
  <cp:lastModifiedBy>Carlos Lopes</cp:lastModifiedBy>
  <cp:revision>19</cp:revision>
  <dcterms:created xsi:type="dcterms:W3CDTF">2025-10-15T12:26:20Z</dcterms:created>
  <dcterms:modified xsi:type="dcterms:W3CDTF">2025-10-24T08:16:27Z</dcterms:modified>
</cp:coreProperties>
</file>